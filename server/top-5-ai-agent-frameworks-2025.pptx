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508760"/>
            <a:ext cx="10241280" cy="2400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Top 5 AI Agent Frameworks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in 2025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4114800"/>
            <a:ext cx="853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3D4FC"/>
                </a:solidFill>
              </a:rPr>
              <a:t>A Comprehensive Comparison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267200" y="5074920"/>
            <a:ext cx="3657600" cy="27432"/>
          </a:xfrm>
          <a:prstGeom prst="rect">
            <a:avLst/>
          </a:prstGeom>
          <a:solidFill>
            <a:srgbClr val="B3D4F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5349240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D4FC"/>
                </a:solidFill>
              </a:rPr>
              <a:t>March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2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3429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</a:rPr>
              <a:t>Why AI Agents Matter in 2025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097280"/>
            <a:ext cx="1828800" cy="3429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508760"/>
            <a:ext cx="107289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202124"/>
                </a:solidFill>
              </a:rPr>
              <a:t>Autonomous Workflows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C4043"/>
                </a:solidFill>
              </a:rPr>
              <a:t>  AI agents now handle end-to-end business processes — from data analysis to decision-making — with minimal human intervention.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202124"/>
                </a:solidFill>
              </a:rPr>
              <a:t>Multi-Agent Collaboration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C4043"/>
                </a:solidFill>
              </a:rPr>
              <a:t>  Teams of specialized agents work together, each handling distinct roles like research, planning, and execution.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202124"/>
                </a:solidFill>
              </a:rPr>
              <a:t>Enterprise Adoption at Scale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</a:rPr>
              <a:t>  60% of Fortune 500 companies are now using agent frameworks in production, up from under 10% in 2023.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3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AutoGen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754380"/>
            <a:ext cx="487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Microsoft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0" y="274320"/>
            <a:ext cx="2072640" cy="61722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0" y="274320"/>
            <a:ext cx="20726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★ ~50.4k GitHub Stars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50876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57400"/>
            <a:ext cx="6705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Multi-agent conversations with flexible topologies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Built-in code execution sandboxing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Human-in-the-loop interaction patterns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Transitioning to Microsoft Agent Framework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Merging with Semantic Kernel ecosystem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150876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164592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Best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4800" y="205740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Research &amp; complex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multi-agent workflows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01752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0" y="31546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24800" y="35661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52628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0" y="466344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4800" y="50749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Apache 2.0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4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CrewAI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754380"/>
            <a:ext cx="487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CrewAI Inc.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0" y="274320"/>
            <a:ext cx="2072640" cy="61722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0" y="274320"/>
            <a:ext cx="20726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★ ~40k GitHub Stars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50876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57400"/>
            <a:ext cx="6705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Role-based agent design (Manager, Researcher, Writer…)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Sequential and parallel task execution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Built-in memory and knowledge sharing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60% Fortune 500 adoption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Extensive tool integration ecosystem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150876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164592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Best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4800" y="205740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Team-like multi-agent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collaboration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01752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0" y="31546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24800" y="35661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52628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0" y="466344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4800" y="50749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MIT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5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LangGraph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754380"/>
            <a:ext cx="487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LangChain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0" y="274320"/>
            <a:ext cx="2072640" cy="61722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0" y="274320"/>
            <a:ext cx="20726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★ ~24.8k GitHub Stars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50876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57400"/>
            <a:ext cx="6705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Graph-based stateful workflow orchestration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Built on the LangChain ecosystem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Support for cyclic and branching agent flows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Used by Klarna, Uber, JPMorgan Chase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Persistent state management across runs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150876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164592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Best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4800" y="205740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Complex stateful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agent pipelines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01752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0" y="31546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24800" y="35661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Python &amp; JS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52628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0" y="466344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4800" y="50749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MIT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6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OpenAI Agents SDK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754380"/>
            <a:ext cx="487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OpenAI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0" y="274320"/>
            <a:ext cx="2072640" cy="61722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0" y="274320"/>
            <a:ext cx="20726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★ ~20.1k GitHub Stars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50876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57400"/>
            <a:ext cx="6705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Lightweight and provider-agnostic design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Native tool use and function calling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Agent handoffs for multi-step workflows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Built-in guardrails and safety controls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Launched March 2025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150876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164592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Best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4800" y="205740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Rapid prototyping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OpenAI-integrated apps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01752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0" y="31546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24800" y="35661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52628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0" y="466344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4800" y="50749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MIT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7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Claude Agent SDK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754380"/>
            <a:ext cx="487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Anthropic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0" y="274320"/>
            <a:ext cx="2072640" cy="61722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0" y="274320"/>
            <a:ext cx="20726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★ Proprietary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50876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57400"/>
            <a:ext cx="6705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Agentic loops with extended thinking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Advanced tool use and orchestration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Multi-turn conversation management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Constitutional AI safety built-in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3C4043"/>
                </a:solidFill>
              </a:rPr>
              <a:t>Enterprise-grade reliability and compliance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150876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164592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Best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4800" y="205740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Safety-focused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enterprise applications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01752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0" y="31546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24800" y="35661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Python &amp; 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526280"/>
            <a:ext cx="3901440" cy="123444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0" y="466344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</a:rPr>
              <a:t>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4800" y="50749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Proprietary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377940"/>
            <a:ext cx="97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8 / 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</a:rPr>
              <a:t>Comparison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857250"/>
            <a:ext cx="1828800" cy="34290"/>
          </a:xfrm>
          <a:prstGeom prst="rect">
            <a:avLst/>
          </a:prstGeom>
          <a:solidFill>
            <a:srgbClr val="1A73E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680" y="1097280"/>
          <a:ext cx="11216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188720"/>
                <a:gridCol w="118872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License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</a:rPr>
                        <a:t>AutoGen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~50.4k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Apache 2.0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Research &amp; multi-agent workflows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</a:rPr>
                        <a:t>CrewAI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~40k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Team-like agent collaboration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</a:rPr>
                        <a:t>LangGraph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~24.8k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Python &amp; JS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Complex stateful pipelines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</a:rPr>
                        <a:t>OpenAI 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~20.1k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Rapid prototyping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</a:rPr>
                        <a:t>Claude Agent SDK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Proprietary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Python &amp; 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Proprietary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043"/>
                          </a:solidFill>
                        </a:rPr>
                        <a:t>Enterprise safety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600" y="4251960"/>
            <a:ext cx="10972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600" y="47320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73E8"/>
                </a:solidFill>
              </a:rPr>
              <a:t>CrewAI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C4043"/>
                </a:solidFill>
              </a:rPr>
              <a:t> — for multi-agent team collaboration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73E8"/>
                </a:solidFill>
              </a:rPr>
              <a:t>LangGraph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C4043"/>
                </a:solidFill>
              </a:rPr>
              <a:t> — for complex stateful workflows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73E8"/>
                </a:solidFill>
              </a:rPr>
              <a:t>OpenAI Agents SDK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C4043"/>
                </a:solidFill>
              </a:rPr>
              <a:t> — for quick starts &amp; prototyping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73E8"/>
                </a:solidFill>
              </a:rPr>
              <a:t>AutoGen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C4043"/>
                </a:solidFill>
              </a:rPr>
              <a:t> — for research &amp; experimental setups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73E8"/>
                </a:solidFill>
              </a:rPr>
              <a:t>Claude Agent SDK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C4043"/>
                </a:solidFill>
              </a:rPr>
              <a:t> — for safety-focused enterprise apps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5 AI Agent Frameworks in 2025</dc:title>
  <dc:subject>PptxGenJS Presentation</dc:subject>
  <dc:creator>AI Agents Office</dc:creator>
  <cp:lastModifiedBy>AI Agents Office</cp:lastModifiedBy>
  <cp:revision>1</cp:revision>
  <dcterms:created xsi:type="dcterms:W3CDTF">2026-03-21T12:32:12Z</dcterms:created>
  <dcterms:modified xsi:type="dcterms:W3CDTF">2026-03-21T12:32:12Z</dcterms:modified>
</cp:coreProperties>
</file>