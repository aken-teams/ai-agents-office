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6"/>
  </p:notesMasterIdLst>
  <p:handoutMasterIdLst>
    <p:handoutMasterId r:id="rId7"/>
  </p:handoutMasterIdLst>
  <p:sldIdLst>
    <p:sldId id="256" r:id="rId2"/>
    <p:sldId id="275" r:id="rId3"/>
    <p:sldId id="274" r:id="rId4"/>
    <p:sldId id="272" r:id="rId5"/>
  </p:sldIdLst>
  <p:sldSz cx="12192000" cy="6858000"/>
  <p:notesSz cx="6858000" cy="9144000"/>
  <p:defaultTextStyle>
    <a:defPPr>
      <a:defRPr lang="zh-TW"/>
    </a:defPPr>
    <a:lvl1pPr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04">
          <p15:clr>
            <a:srgbClr val="A4A3A4"/>
          </p15:clr>
        </p15:guide>
        <p15:guide id="2" pos="4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5C2"/>
    <a:srgbClr val="3333FF"/>
    <a:srgbClr val="0066FF"/>
    <a:srgbClr val="3366FF"/>
    <a:srgbClr val="2E3092"/>
    <a:srgbClr val="5C3D87"/>
    <a:srgbClr val="E9F6F7"/>
    <a:srgbClr val="DDF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84464" autoAdjust="0"/>
  </p:normalViewPr>
  <p:slideViewPr>
    <p:cSldViewPr>
      <p:cViewPr varScale="1">
        <p:scale>
          <a:sx n="93" d="100"/>
          <a:sy n="93" d="100"/>
        </p:scale>
        <p:origin x="1224" y="90"/>
      </p:cViewPr>
      <p:guideLst>
        <p:guide orient="horz" pos="3804"/>
        <p:guide pos="42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1EFB767-7E8D-BBC3-1CCB-6974872CF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601FBB-A9FF-E806-56BA-731ABE57E0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5E9812-E03B-4CA5-B1BD-F4A2D5C8D3E3}" type="datetimeFigureOut">
              <a:rPr lang="zh-TW" altLang="en-US"/>
              <a:pPr>
                <a:defRPr/>
              </a:pPr>
              <a:t>2026/7/1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7BF8572-25AA-EAAF-0411-D90D8B329C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9F81045-1D99-C462-4E9E-EE29ECAF3C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6309305-4373-4C58-BAC7-53EC9E82E968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E075FA51-8726-FBA2-D083-C5E0913C27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4342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CA9BA11-9F2D-4423-DFCE-4C6CAC15081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41B9F83-EBA5-44D6-BB63-546C62E91349}" type="datetimeFigureOut">
              <a:rPr lang="zh-TW" altLang="en-US"/>
              <a:pPr>
                <a:defRPr/>
              </a:pPr>
              <a:t>2026/7/1</a:t>
            </a:fld>
            <a:endParaRPr lang="zh-TW" alt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09C00D28-B623-4DC4-02FA-2B98BC639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BBE4C9F0-FD8A-CC15-0581-41FA9A23F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89A302-BDD2-4C05-8F08-7BA027B117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4342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55EE483-5513-B5EC-1C0A-CE705CB88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fld id="{745A8C3A-78D5-4B72-AF16-2E2D787F203A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新細明體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FD5863EC-3050-AEBB-EEA5-6FC435EFB0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DEE8AC06-F0FE-078E-2D07-8DCFD9334B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TW" altLang="en-US" b="1"/>
              <a:t>標題字型</a:t>
            </a:r>
            <a:r>
              <a:rPr lang="en-US" altLang="zh-TW" b="1"/>
              <a:t>Title Font</a:t>
            </a:r>
          </a:p>
          <a:p>
            <a:r>
              <a:rPr lang="en-US" altLang="zh-TW"/>
              <a:t>English: Arial</a:t>
            </a:r>
            <a:r>
              <a:rPr lang="zh-TW" altLang="en-US"/>
              <a:t> </a:t>
            </a:r>
            <a:r>
              <a:rPr lang="en-US" altLang="zh-TW"/>
              <a:t>/ 44</a:t>
            </a:r>
          </a:p>
          <a:p>
            <a:r>
              <a:rPr lang="zh-TW" altLang="en-US"/>
              <a:t>中文</a:t>
            </a:r>
            <a:r>
              <a:rPr lang="en-US" altLang="zh-TW"/>
              <a:t>:</a:t>
            </a:r>
            <a:r>
              <a:rPr lang="zh-TW" altLang="en-US"/>
              <a:t> 微軟正黑體 </a:t>
            </a:r>
            <a:r>
              <a:rPr lang="en-US" altLang="zh-TW"/>
              <a:t>/ 44</a:t>
            </a:r>
            <a:r>
              <a:rPr lang="zh-TW" altLang="en-US"/>
              <a:t> 粗體</a:t>
            </a:r>
            <a:r>
              <a:rPr lang="en-US" altLang="zh-TW"/>
              <a:t>(</a:t>
            </a:r>
            <a:r>
              <a:rPr lang="en-US" altLang="zh-TW" b="1"/>
              <a:t>B</a:t>
            </a:r>
            <a:r>
              <a:rPr lang="en-US" altLang="zh-TW"/>
              <a:t>)</a:t>
            </a:r>
            <a:br>
              <a:rPr lang="en-US" altLang="zh-TW"/>
            </a:br>
            <a:r>
              <a:rPr lang="zh-TW" altLang="en-US"/>
              <a:t>顏色</a:t>
            </a:r>
            <a:r>
              <a:rPr lang="en-US" altLang="zh-TW"/>
              <a:t>Color:</a:t>
            </a:r>
            <a:r>
              <a:rPr lang="zh-TW" altLang="en-US"/>
              <a:t> </a:t>
            </a:r>
            <a:r>
              <a:rPr lang="en-US" altLang="zh-TW"/>
              <a:t>R_0 / G_117 / B194</a:t>
            </a:r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BE13FC5B-E93B-B742-3BE0-A1C5ABF15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7AF87950-80C7-497E-9461-07ECFDA1F9DD}" type="slidenum">
              <a:rPr kumimoji="0" lang="zh-TW" altLang="en-US">
                <a:latin typeface="Calibri" panose="020F0502020204030204" pitchFamily="34" charset="0"/>
              </a:rPr>
              <a:pPr/>
              <a:t>1</a:t>
            </a:fld>
            <a:endParaRPr kumimoji="0"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圖像版面配置區 1">
            <a:extLst>
              <a:ext uri="{FF2B5EF4-FFF2-40B4-BE49-F238E27FC236}">
                <a16:creationId xmlns:a16="http://schemas.microsoft.com/office/drawing/2014/main" id="{320641E9-05AF-4EA8-7CC6-A01A478CF3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8EF5750B-75E9-B00A-9883-C46E7F7FC3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FC02FA9B-029F-AA09-920B-19B53554E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1D8C63E-87AA-49A1-802E-98A0B941E726}" type="slidenum">
              <a:rPr lang="zh-TW" altLang="en-US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2" name="日期版面配置區 3">
            <a:extLst>
              <a:ext uri="{FF2B5EF4-FFF2-40B4-BE49-F238E27FC236}">
                <a16:creationId xmlns:a16="http://schemas.microsoft.com/office/drawing/2014/main" id="{D250F0ED-5835-BBA7-9990-2F744FEF9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A7643-5D64-4F10-8C75-618940288145}" type="datetime1">
              <a:rPr lang="zh-TW" altLang="en-US"/>
              <a:pPr>
                <a:defRPr/>
              </a:pPr>
              <a:t>2026/7/1</a:t>
            </a:fld>
            <a:endParaRPr lang="zh-TW" altLang="en-US"/>
          </a:p>
        </p:txBody>
      </p:sp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643E6ABB-BF81-8264-EF54-838B5892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425615CD-FABD-DB5A-28C7-156F0AB5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6E74D0-90D0-458E-9CEA-F861E1FF08E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02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>
            <a:extLst>
              <a:ext uri="{FF2B5EF4-FFF2-40B4-BE49-F238E27FC236}">
                <a16:creationId xmlns:a16="http://schemas.microsoft.com/office/drawing/2014/main" id="{C6E7B7D7-E94D-81FB-FE26-C904BC8D1C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2020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DFDDB4C-9E1D-ABA2-40A8-D58E13CF1F40}"/>
              </a:ext>
            </a:extLst>
          </p:cNvPr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4">
            <a:extLst>
              <a:ext uri="{FF2B5EF4-FFF2-40B4-BE49-F238E27FC236}">
                <a16:creationId xmlns:a16="http://schemas.microsoft.com/office/drawing/2014/main" id="{39F48764-0544-C57F-9097-C4AF8D381E33}"/>
              </a:ext>
            </a:extLst>
          </p:cNvPr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7" name="矩形 9">
            <a:extLst>
              <a:ext uri="{FF2B5EF4-FFF2-40B4-BE49-F238E27FC236}">
                <a16:creationId xmlns:a16="http://schemas.microsoft.com/office/drawing/2014/main" id="{092BEE81-C056-D8C3-5DC2-9BED5E1104E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/>
              <a:t>Q1, 2020</a:t>
            </a:r>
            <a:endParaRPr lang="zh-TW" altLang="en-US" sz="1000"/>
          </a:p>
        </p:txBody>
      </p:sp>
      <p:sp>
        <p:nvSpPr>
          <p:cNvPr id="8" name="投影片編號版面配置區 14">
            <a:extLst>
              <a:ext uri="{FF2B5EF4-FFF2-40B4-BE49-F238E27FC236}">
                <a16:creationId xmlns:a16="http://schemas.microsoft.com/office/drawing/2014/main" id="{3B0EC4A7-EB42-2C17-70AD-93503116595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DB9AAF37-740C-4A99-8769-1A8491AC2989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圖片 11">
            <a:extLst>
              <a:ext uri="{FF2B5EF4-FFF2-40B4-BE49-F238E27FC236}">
                <a16:creationId xmlns:a16="http://schemas.microsoft.com/office/drawing/2014/main" id="{8C7CC652-2464-45CE-1ACC-6EAEEDB46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版面配置區 2"/>
          <p:cNvSpPr>
            <a:spLocks noGrp="1"/>
          </p:cNvSpPr>
          <p:nvPr>
            <p:ph idx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90010"/>
            <a:ext cx="9250258" cy="728700"/>
          </a:xfrm>
        </p:spPr>
        <p:txBody>
          <a:bodyPr/>
          <a:lstStyle>
            <a:lvl1pPr algn="l">
              <a:defRPr sz="4000" b="1">
                <a:solidFill>
                  <a:srgbClr val="0075C2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879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FEF4FF-D31B-2DC2-460A-C6A73859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2B3C0-D6D6-4B43-9D72-259CD29BA28A}" type="datetime1">
              <a:rPr lang="zh-TW" altLang="en-US"/>
              <a:pPr>
                <a:defRPr/>
              </a:pPr>
              <a:t>2026/7/1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87538A-9F02-CFC6-162C-EAB1CE2A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2B3B83-FC7C-EC18-9F84-EDD89645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F0C13F-6548-47B4-8466-978C26B7684F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69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>
            <a:extLst>
              <a:ext uri="{FF2B5EF4-FFF2-40B4-BE49-F238E27FC236}">
                <a16:creationId xmlns:a16="http://schemas.microsoft.com/office/drawing/2014/main" id="{A31843E2-7919-4B22-4299-A67172058EF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>
            <a:extLst>
              <a:ext uri="{FF2B5EF4-FFF2-40B4-BE49-F238E27FC236}">
                <a16:creationId xmlns:a16="http://schemas.microsoft.com/office/drawing/2014/main" id="{0603EB34-415F-5F84-3226-29922DE0B7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B1C4BB-AF31-4959-19E2-CB6E9E030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E08B7B3-B877-4642-825A-5221B57D0225}" type="datetime1">
              <a:rPr lang="zh-TW" altLang="en-US"/>
              <a:pPr>
                <a:defRPr/>
              </a:pPr>
              <a:t>2026/7/1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633596-C58C-E463-997C-1B816A5CE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342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DA78CE-B399-8D2A-EF98-3EEBF9F94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A24525DE-9FD8-4412-B8A4-084F331F2B54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6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新細明體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400" kern="1200">
          <a:solidFill>
            <a:schemeClr val="tx1"/>
          </a:solidFill>
          <a:latin typeface="微軟正黑體"/>
          <a:ea typeface="微軟正黑體"/>
          <a:cs typeface="微軟正黑體"/>
        </a:defRPr>
      </a:lvl1pPr>
      <a:lvl2pPr marL="9144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400" kern="1200">
          <a:solidFill>
            <a:schemeClr val="tx1"/>
          </a:solidFill>
          <a:latin typeface="微軟正黑體"/>
          <a:ea typeface="微軟正黑體"/>
          <a:cs typeface="微軟正黑體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新細明體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字方塊 3">
            <a:extLst>
              <a:ext uri="{FF2B5EF4-FFF2-40B4-BE49-F238E27FC236}">
                <a16:creationId xmlns:a16="http://schemas.microsoft.com/office/drawing/2014/main" id="{DC301C4D-C239-3EDE-A1A0-951E15137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2541588"/>
            <a:ext cx="6705600" cy="158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TW" sz="4400" b="1">
                <a:solidFill>
                  <a:srgbClr val="0075C2"/>
                </a:solidFill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PANJIT International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TW" altLang="en-US" sz="4400" b="1">
                <a:solidFill>
                  <a:srgbClr val="0075C2"/>
                </a:solidFill>
                <a:ea typeface="Arial Unicode MS" pitchFamily="34" charset="-120"/>
                <a:cs typeface="Arial" panose="020B0604020202020204" pitchFamily="34" charset="0"/>
              </a:rPr>
              <a:t>強茂</a:t>
            </a:r>
            <a:endParaRPr kumimoji="0" lang="en-US" altLang="zh-TW" sz="4400" b="1">
              <a:solidFill>
                <a:srgbClr val="0075C2"/>
              </a:solidFill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6147" name="矩形 1">
            <a:extLst>
              <a:ext uri="{FF2B5EF4-FFF2-40B4-BE49-F238E27FC236}">
                <a16:creationId xmlns:a16="http://schemas.microsoft.com/office/drawing/2014/main" id="{3E879E79-0954-BF86-BBFA-E002043E8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6572250"/>
            <a:ext cx="44116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10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Copyright© 2020 PANJIT International Inc. All rights reserved.</a:t>
            </a:r>
            <a:endParaRPr kumimoji="0" lang="zh-TW" altLang="en-US" sz="110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6148" name="圖片 5">
            <a:extLst>
              <a:ext uri="{FF2B5EF4-FFF2-40B4-BE49-F238E27FC236}">
                <a16:creationId xmlns:a16="http://schemas.microsoft.com/office/drawing/2014/main" id="{04181DB7-562A-77F6-63BD-1EBA8B3921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6688" y="5702300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內容版面配置區 1">
            <a:extLst>
              <a:ext uri="{FF2B5EF4-FFF2-40B4-BE49-F238E27FC236}">
                <a16:creationId xmlns:a16="http://schemas.microsoft.com/office/drawing/2014/main" id="{2790181C-9ED3-B44F-2BEE-EBA68927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42988"/>
            <a:ext cx="10972800" cy="5083175"/>
          </a:xfrm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95" name="標題 2">
            <a:extLst>
              <a:ext uri="{FF2B5EF4-FFF2-40B4-BE49-F238E27FC236}">
                <a16:creationId xmlns:a16="http://schemas.microsoft.com/office/drawing/2014/main" id="{121900C7-4626-5212-C3F5-11367317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3" y="90488"/>
            <a:ext cx="9250362" cy="728662"/>
          </a:xfrm>
        </p:spPr>
        <p:txBody>
          <a:bodyPr/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強茂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內容版面配置區 1">
            <a:extLst>
              <a:ext uri="{FF2B5EF4-FFF2-40B4-BE49-F238E27FC236}">
                <a16:creationId xmlns:a16="http://schemas.microsoft.com/office/drawing/2014/main" id="{E45E48C7-2425-3345-0450-DC9E831CA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42988"/>
            <a:ext cx="10972800" cy="5083175"/>
          </a:xfrm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19" name="標題 2">
            <a:extLst>
              <a:ext uri="{FF2B5EF4-FFF2-40B4-BE49-F238E27FC236}">
                <a16:creationId xmlns:a16="http://schemas.microsoft.com/office/drawing/2014/main" id="{2D7D2364-6172-7BD5-3598-07A45937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3" y="90488"/>
            <a:ext cx="9250362" cy="728662"/>
          </a:xfrm>
        </p:spPr>
        <p:txBody>
          <a:bodyPr/>
          <a:lstStyle/>
          <a:p>
            <a:r>
              <a:rPr lang="en-US" altLang="zh-TW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PANJIT</a:t>
            </a:r>
            <a:endParaRPr lang="zh-TW" altLang="en-US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圖片 3">
            <a:extLst>
              <a:ext uri="{FF2B5EF4-FFF2-40B4-BE49-F238E27FC236}">
                <a16:creationId xmlns:a16="http://schemas.microsoft.com/office/drawing/2014/main" id="{29512CF7-F49C-B707-5013-ED48A6BC73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6688" y="5702300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矩形 1">
            <a:extLst>
              <a:ext uri="{FF2B5EF4-FFF2-40B4-BE49-F238E27FC236}">
                <a16:creationId xmlns:a16="http://schemas.microsoft.com/office/drawing/2014/main" id="{BE14CB96-99B9-21F6-F2F4-B4FBC971C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" y="6572250"/>
            <a:ext cx="44116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10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Copyright© 2020 PANJIT International Inc. All rights reserved.</a:t>
            </a:r>
            <a:endParaRPr kumimoji="0" lang="zh-TW" altLang="en-US" sz="110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9273</TotalTime>
  <Words>65</Words>
  <Application>Microsoft Office PowerPoint</Application>
  <PresentationFormat>寬螢幕</PresentationFormat>
  <Paragraphs>11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Arial</vt:lpstr>
      <vt:lpstr>新細明體</vt:lpstr>
      <vt:lpstr>Calibri</vt:lpstr>
      <vt:lpstr>微軟正黑體</vt:lpstr>
      <vt:lpstr>Wingdings</vt:lpstr>
      <vt:lpstr>Arial Unicode MS</vt:lpstr>
      <vt:lpstr>自訂設計</vt:lpstr>
      <vt:lpstr>PowerPoint 簡報</vt:lpstr>
      <vt:lpstr>強茂</vt:lpstr>
      <vt:lpstr>PANJIT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cindy013</dc:creator>
  <cp:lastModifiedBy>Peeler 吳品宏</cp:lastModifiedBy>
  <cp:revision>553</cp:revision>
  <dcterms:created xsi:type="dcterms:W3CDTF">2018-01-19T10:00:27Z</dcterms:created>
  <dcterms:modified xsi:type="dcterms:W3CDTF">2026-07-01T02:42:41Z</dcterms:modified>
</cp:coreProperties>
</file>